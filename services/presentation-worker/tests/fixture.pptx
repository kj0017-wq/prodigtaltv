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wav" ContentType="audio/wav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Sprechertext für Folie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Sprechertext für Folie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Sprechertext für Folie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Audio" Type="http://schemas.openxmlformats.org/officeDocument/2006/relationships/audio" Target="../media/audio1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für Folienreihenfolge, Notizen und Audio.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für Folienreihenfolge, Notizen und Audio.</a:t>
            </a:r>
          </a:p>
        </p:txBody>
      </p:sp>
    </p:spTree>
  </p:cSld>
  <p:clrMapOvr>
    <a:masterClrMapping/>
  </p:clrMapOvr>
  <p:transition advTm="3000">
    <p:sndAc>
      <p:stSnd>
        <p:snd r:embed="rIdAudio" name="Narration"/>
      </p:stSnd>
    </p:sndAc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für Folienreihenfolge, Notizen und Audio.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PROdigitalTV Präsentationstest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